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iqlSzTomZ6+DCG+KZ7AZp9M0z1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039"/>
        <p:guide pos="348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39a291deda2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a291deda2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9a291deda2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g39a291deda2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d6459f5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ad6459f57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g3ad6459f57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9b731e4a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9b731e4a8_0_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a9b731e4a8_0_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9b731e4a8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a9b731e4a8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a9b731e4a8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660da28e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660da28e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g38660da28e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a291deda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9a291deda2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g39a291deda2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a291deda2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9a291deda2_1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9a291deda2_1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a291deda2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a291deda2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g39a291deda2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a291deda2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9a291deda2_1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9a291deda2_1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9a291deda2_1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9a291deda2_1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9a291deda2_1_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d6459f57e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ad6459f57e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g3ad6459f57e_2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aa6201ac6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aa6201ac6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3aa6201ac61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aa6201ac6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aa6201ac61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g3aa6201ac61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c9e9082d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ac9e9082d3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g3ac9e9082d3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ac9e796f7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ac9e796f7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g3ac9e796f7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ad6459f57e_1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ad6459f57e_1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g3ad6459f57e_1_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a6201ac6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a6201ac61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g3aa6201ac61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c9e796f7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ac9e796f79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g3ac9e796f79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d6459f57e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ad6459f57e_1_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3ad6459f57e_1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ad6459f57e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ad6459f57e_1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g3ad6459f57e_1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ad6459f57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ad6459f57e_1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g3ad6459f57e_1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a6201ac6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aa6201ac61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3aa6201ac61_0_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jobformazione.it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nomefile.p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48377" y="114900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2898000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rgbClr val="0F4761"/>
                </a:solidFill>
              </a:rPr>
              <a:t>04 Dicembre 2025 – Segreti sui moduli Python</a:t>
            </a:r>
            <a:endParaRPr sz="2400" b="1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191366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3420625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sz="3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9a291deda2_0_0"/>
          <p:cNvSpPr txBox="1"/>
          <p:nvPr/>
        </p:nvSpPr>
        <p:spPr>
          <a:xfrm>
            <a:off x="1765025" y="4269825"/>
            <a:ext cx="679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/>
              <a:t>https://github.com/jobFrancoNet/segretiModulePython.git</a:t>
            </a:r>
            <a:endParaRPr sz="18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it-IT" sz="3200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sz="3200" b="1" i="0" u="none" strike="noStrike" cap="non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" name="Google Shape;9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7" name="Google Shape;107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b="1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lang="it-IT" b="1"/>
              <a:t>Coach per Django girls</a:t>
            </a:r>
            <a:r>
              <a:rPr lang="it-IT"/>
              <a:t> al DevFest Pescara 2025 - Talk di un anno fa su </a:t>
            </a:r>
            <a:r>
              <a:rPr lang="it-IT" b="1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233750" y="1255125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lang="it-IT" sz="1800" b="1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lang="it-IT" sz="1800" b="1"/>
              <a:t>python </a:t>
            </a:r>
            <a:r>
              <a:rPr lang="it-IT" sz="1800" b="1" u="sng">
                <a:solidFill>
                  <a:schemeClr val="hlink"/>
                </a:solidFill>
                <a:hlinkClick r:id="rId4"/>
              </a:rPr>
              <a:t>nomefile.py</a:t>
            </a:r>
            <a:r>
              <a:rPr lang="it-IT" sz="1800" b="1"/>
              <a:t>, </a:t>
            </a:r>
            <a:r>
              <a:rPr lang="it-IT" sz="1800"/>
              <a:t>ma allo stesso tempo può essere </a:t>
            </a:r>
            <a:r>
              <a:rPr lang="it-IT" sz="1800" b="1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3" name="Google Shape;123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sz="3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1" name="Google Shape;131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8" name="Google Shape;14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lang="it-IT" sz="1800" b="1"/>
              <a:t>HTML o Css o file con estensione javascript;</a:t>
            </a:r>
            <a:endParaRPr sz="18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lang="it-IT" sz="1800" b="1"/>
              <a:t>http.server</a:t>
            </a:r>
            <a:endParaRPr sz="1800" b="1"/>
          </a:p>
        </p:txBody>
      </p:sp>
      <p:sp>
        <p:nvSpPr>
          <p:cNvPr id="150" name="Google Shape;150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7" name="Google Shape;157;g39a291deda2_0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6" name="Google Shape;16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5" name="Google Shape;175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4" name="Google Shape;18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2" name="Google Shape;19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2" name="Google Shape;202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0" name="Google Shape;21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8" name="Google Shape;21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d6459f57e_0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7" name="Google Shape;227;g3ad6459f57e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g3ad6459f57e_0_0"/>
          <p:cNvSpPr txBox="1"/>
          <p:nvPr/>
        </p:nvSpPr>
        <p:spPr>
          <a:xfrm>
            <a:off x="1787850" y="953763"/>
            <a:ext cx="6652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 sintassi del comando con python -m unittest ….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g3ad6459f57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49386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ad6459f57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983423"/>
            <a:ext cx="8839202" cy="154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7" name="Google Shape;237;g3a9b731e4a8_0_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6" name="Google Shape;246;g3a9b731e4a8_0_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5" name="Google Shape;255;g38660da28e9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lang="it-IT" sz="1800" b="1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lang="it-IT" sz="1800" b="1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4" name="Google Shape;264;g39a291deda2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3" name="Google Shape;273;g39a291deda2_1_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9a291deda2_1_14"/>
          <p:cNvSpPr txBox="1"/>
          <p:nvPr/>
        </p:nvSpPr>
        <p:spPr>
          <a:xfrm>
            <a:off x="112200" y="1852500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2" name="Google Shape;282;g39a291deda2_1_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85" name="Google Shape;285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b="1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86" name="Google Shape;286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lang="it-IT" sz="1800" b="1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3" name="Google Shape;293;g39a291deda2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96" name="Google Shape;296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03" name="Google Shape;303;g39a291deda2_1_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ad6459f57e_2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12" name="Google Shape;312;g3ad6459f57e_2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3ad6459f57e_2_0"/>
          <p:cNvSpPr txBox="1"/>
          <p:nvPr/>
        </p:nvSpPr>
        <p:spPr>
          <a:xfrm>
            <a:off x="963900" y="1041825"/>
            <a:ext cx="793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dei pacchetti attivi in un ambiente virtuale creato con modulo venv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g3ad6459f57e_2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2700" y="1754375"/>
            <a:ext cx="8839198" cy="24646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40" name="Google Shape;340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g3ad6459f57e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g3ad6459f57e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58125" y="1163385"/>
            <a:ext cx="5781675" cy="294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lang="it-IT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g3ad6459f57e_1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g3ad6459f57e_1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8875" y="1072510"/>
            <a:ext cx="5703397" cy="376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g3ad6459f57e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g3ad6459f57e_1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25" y="1175685"/>
            <a:ext cx="8839199" cy="293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g3ad6459f57e_1_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6213" y="1649352"/>
            <a:ext cx="8637565" cy="33695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Google Shape;392;g3ad6459f57e_1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g3ad6459f57e_1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7675" y="1335685"/>
            <a:ext cx="8839202" cy="394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g3ad6459f57e_1_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675" y="1931414"/>
            <a:ext cx="8839198" cy="9909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g3ad6459f57e_1_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7675" y="3005681"/>
            <a:ext cx="4870142" cy="1916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0122" y="8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15"/>
          <p:cNvSpPr txBox="1"/>
          <p:nvPr/>
        </p:nvSpPr>
        <p:spPr>
          <a:xfrm>
            <a:off x="2354615" y="33382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411" name="Google Shape;411;p15"/>
          <p:cNvSpPr txBox="1"/>
          <p:nvPr/>
        </p:nvSpPr>
        <p:spPr>
          <a:xfrm>
            <a:off x="1431500" y="960750"/>
            <a:ext cx="70878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GRAZIE A PYTHON PESCARA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67500" y="1837950"/>
            <a:ext cx="2507299" cy="250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0999" y="1837950"/>
            <a:ext cx="2200275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5"/>
          <p:cNvSpPr txBox="1"/>
          <p:nvPr/>
        </p:nvSpPr>
        <p:spPr>
          <a:xfrm>
            <a:off x="1375300" y="4339250"/>
            <a:ext cx="28917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Linkedin profile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5101825" y="4339250"/>
            <a:ext cx="3666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 url repository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1402</Words>
  <Application>Microsoft Office PowerPoint</Application>
  <PresentationFormat>Presentazione su schermo (16:9)</PresentationFormat>
  <Paragraphs>160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2" baseType="lpstr">
      <vt:lpstr>Arial</vt:lpstr>
      <vt:lpstr>Calibri</vt:lpstr>
      <vt:lpstr>Noto Sans Symbols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Spalluzzi</dc:creator>
  <cp:lastModifiedBy>Francesco Spalluzzi</cp:lastModifiedBy>
  <cp:revision>1</cp:revision>
  <dcterms:created xsi:type="dcterms:W3CDTF">2006-08-16T00:00:00Z</dcterms:created>
  <dcterms:modified xsi:type="dcterms:W3CDTF">2025-12-04T11:54:00Z</dcterms:modified>
</cp:coreProperties>
</file>
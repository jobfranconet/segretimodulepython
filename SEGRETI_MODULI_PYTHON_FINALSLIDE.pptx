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gegO3OfnUNPhh+E85DmcvDystYk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oreno Mazzocchetti" initials="" lastIdx="1" clrIdx="0"/>
  <p:cmAuthor id="1" name="Python Pescara" initials="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039"/>
        <p:guide pos="348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1-25T13:29:44.917" idx="1">
    <p:pos x="6000" y="0"/>
    <p:text>Il formato delle slides dovrebbe essere orizzontale per essere correttamente proiettato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wuaQn2s"/>
      </p:ext>
    </p:extLst>
  </p:cm>
  <p:cm authorId="1" dt="2025-11-25T13:29:44.917" idx="1">
    <p:pos x="6000" y="0"/>
    <p:text>@francescospalluzzi@gmail.com in particolare co rapporto 16:9 come tu ha fatto già lo scorso anno come dimostra la foto :-)
https://photos.app.goo.gl/WQPMzAVWWuGmpCVK7</p:text>
    <p:extLst>
      <p:ext uri="{C676402C-5697-4E1C-873F-D02D1690AC5C}">
        <p15:threadingInfo xmlns:p15="http://schemas.microsoft.com/office/powerpoint/2012/main" timeZoneBias="0">
          <p15:parentCm authorId="0" idx="1"/>
        </p15:threadingInfo>
      </p:ext>
      <p:ext uri="http://customooxmlschemas.google.com/">
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commentPostId="AAABwuaQn2w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a9b731e4a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a9b731e4a8_0_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g3a9b731e4a8_0_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a9b731e4a8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a9b731e4a8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g3a9b731e4a8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a9b731e4a8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a9b731e4a8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g3a9b731e4a8_0_4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a9b731e4a8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260" y="1143000"/>
            <a:ext cx="54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a9b731e4a8_0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a9b731e4a8_0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ubTitle" idx="1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it-IT" sz="3200" b="1" i="0" u="none" strike="noStrike" cap="non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sz="3200" b="1" i="0" u="none" strike="noStrike" cap="non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 i="0" u="none" strike="noStrike" cap="non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742950" marR="0" lvl="1" indent="-2730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238200" y="2345447"/>
            <a:ext cx="8991523" cy="2312184"/>
          </a:xfrm>
          <a:custGeom>
            <a:avLst/>
            <a:gdLst/>
            <a:ahLst/>
            <a:cxnLst/>
            <a:rect l="l" t="t" r="r" b="b"/>
            <a:pathLst>
              <a:path w="5619702" h="1758315" extrusionOk="0">
                <a:moveTo>
                  <a:pt x="0" y="0"/>
                </a:moveTo>
                <a:lnTo>
                  <a:pt x="5619702" y="0"/>
                </a:lnTo>
                <a:lnTo>
                  <a:pt x="5619702" y="1758315"/>
                </a:lnTo>
                <a:lnTo>
                  <a:pt x="0" y="17583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7" name="Google Shape;97;p2"/>
          <p:cNvSpPr txBox="1"/>
          <p:nvPr/>
        </p:nvSpPr>
        <p:spPr>
          <a:xfrm>
            <a:off x="551329" y="1651572"/>
            <a:ext cx="3216600" cy="4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Profilo 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1799190" y="34102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99" name="Google Shape;99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3"/>
          <p:cNvSpPr txBox="1"/>
          <p:nvPr/>
        </p:nvSpPr>
        <p:spPr>
          <a:xfrm>
            <a:off x="1907440" y="3471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6" name="Google Shape;10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850" y="1108098"/>
            <a:ext cx="7808312" cy="3858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12" name="Google Shape;112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88" y="4107375"/>
            <a:ext cx="7081900" cy="7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0" name="Google Shape;120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05950" y="4085925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8" name="Google Shape;1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70600" y="250862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02075" y="3100179"/>
            <a:ext cx="6208651" cy="225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7" name="Google Shape;13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5200" y="924075"/>
            <a:ext cx="8081023" cy="1742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28975" y="2666703"/>
            <a:ext cx="4086669" cy="2171997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7"/>
          <p:cNvSpPr txBox="1"/>
          <p:nvPr/>
        </p:nvSpPr>
        <p:spPr>
          <a:xfrm>
            <a:off x="6006125" y="3269025"/>
            <a:ext cx="3470100" cy="5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6" name="Google Shape;146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5" name="Google Shape;155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4" name="Google Shape;16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4625" y="29786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2" name="Google Shape;17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"/>
          <p:cNvSpPr txBox="1"/>
          <p:nvPr/>
        </p:nvSpPr>
        <p:spPr>
          <a:xfrm>
            <a:off x="1811490" y="11851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2" name="Google Shape;182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8348" y="9809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936811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8550" y="3038623"/>
            <a:ext cx="8839199" cy="776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0" name="Google Shape;190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8" name="Google Shape;198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5024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75400" y="1915950"/>
            <a:ext cx="5339750" cy="7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9b731e4a8_0_31"/>
          <p:cNvSpPr txBox="1"/>
          <p:nvPr/>
        </p:nvSpPr>
        <p:spPr>
          <a:xfrm>
            <a:off x="1897640" y="11065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7" name="Google Shape;207;g3a9b731e4a8_0_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923" y="9023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0525" y="1507400"/>
            <a:ext cx="6447201" cy="216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g3a9b731e4a8_0_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9250" y="3351325"/>
            <a:ext cx="8839200" cy="581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6" name="Google Shape;216;g3a9b731e4a8_0_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a9b731e4a8_0_48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5" name="Google Shape;225;g3a9b731e4a8_0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g3a9b731e4a8_0_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00" y="1058061"/>
            <a:ext cx="8839204" cy="11825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g3a9b731e4a8_0_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240650"/>
            <a:ext cx="8839204" cy="2123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g3a9b731e4a8_0_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4516530"/>
            <a:ext cx="8756029" cy="474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9b731e4a8_0_5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5" name="Google Shape;235;g3a9b731e4a8_0_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a9b731e4a8_0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2452" y="719877"/>
            <a:ext cx="3131949" cy="2110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a9b731e4a8_0_5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425" y="3135823"/>
            <a:ext cx="7953126" cy="200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20472" y="218883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15"/>
          <p:cNvSpPr txBox="1"/>
          <p:nvPr/>
        </p:nvSpPr>
        <p:spPr>
          <a:xfrm>
            <a:off x="2344965" y="552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004" b="1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244" name="Google Shape;244;p15"/>
          <p:cNvSpPr txBox="1"/>
          <p:nvPr/>
        </p:nvSpPr>
        <p:spPr>
          <a:xfrm>
            <a:off x="1066500" y="1059426"/>
            <a:ext cx="80775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Grazie a Python Pescara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0D471D2A-A1D9-C00B-3794-09B15D2B3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7697" y="2075048"/>
            <a:ext cx="1986790" cy="201276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087BDE6-D038-1846-5F2D-C091A6D99C53}"/>
              </a:ext>
            </a:extLst>
          </p:cNvPr>
          <p:cNvSpPr txBox="1"/>
          <p:nvPr/>
        </p:nvSpPr>
        <p:spPr>
          <a:xfrm>
            <a:off x="2343636" y="4236622"/>
            <a:ext cx="1667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Linkedin </a:t>
            </a:r>
            <a:r>
              <a:rPr lang="it-IT" dirty="0" err="1"/>
              <a:t>profile</a:t>
            </a:r>
            <a:r>
              <a:rPr lang="it-IT" dirty="0"/>
              <a:t> Url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BD2DCA9-232F-5236-B703-1F8FF23F86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89" y="2230734"/>
            <a:ext cx="1862407" cy="1876068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507376FF-1D41-D4A7-8414-35C157859D3D}"/>
              </a:ext>
            </a:extLst>
          </p:cNvPr>
          <p:cNvSpPr txBox="1"/>
          <p:nvPr/>
        </p:nvSpPr>
        <p:spPr>
          <a:xfrm>
            <a:off x="5246306" y="4241669"/>
            <a:ext cx="2055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Github</a:t>
            </a:r>
            <a:r>
              <a:rPr lang="it-IT" dirty="0"/>
              <a:t> </a:t>
            </a:r>
            <a:r>
              <a:rPr lang="it-IT" dirty="0" err="1"/>
              <a:t>url</a:t>
            </a:r>
            <a:r>
              <a:rPr lang="it-IT" dirty="0"/>
              <a:t> Sample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273</Words>
  <Application>Microsoft Office PowerPoint</Application>
  <PresentationFormat>Presentazione su schermo (16:9)</PresentationFormat>
  <Paragraphs>44</Paragraphs>
  <Slides>19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3" baseType="lpstr">
      <vt:lpstr>Arial</vt:lpstr>
      <vt:lpstr>Calibri</vt:lpstr>
      <vt:lpstr>Noto Sans Symbols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Francesco Spalluzzi</dc:creator>
  <cp:lastModifiedBy>Francesco Spalluzzi</cp:lastModifiedBy>
  <cp:revision>1</cp:revision>
  <dcterms:created xsi:type="dcterms:W3CDTF">2006-08-16T00:00:00Z</dcterms:created>
  <dcterms:modified xsi:type="dcterms:W3CDTF">2025-11-26T09:20:32Z</dcterms:modified>
</cp:coreProperties>
</file>